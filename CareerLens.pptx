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1A81AE6-0BB5-896A-7B02-64A96F57D6ED}">
          <p14:sldIdLst>
            <p14:sldId id="256"/>
          </p14:sldIdLst>
        </p14:section>
        <p14:section name="Idea" id="{90C17510-0D17-9EEE-8BB9-DBB15AEE3F16}">
          <p14:sldIdLst>
            <p14:sldId id="257"/>
            <p14:sldId id="258"/>
          </p14:sldIdLst>
        </p14:section>
        <p14:section name="Engine" id="{186FB857-9E48-0C59-ECEF-6291600D1C90}">
          <p14:sldIdLst>
            <p14:sldId id="259"/>
            <p14:sldId id="260"/>
          </p14:sldIdLst>
        </p14:section>
        <p14:section name="Close" id="{8DA38853-1588-6034-968A-C198D80EDE8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979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CareerLens  ·  DataQuest 3.0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it outer"/>
          <p:cNvSpPr/>
          <p:nvPr/>
        </p:nvSpPr>
        <p:spPr>
          <a:xfrm>
            <a:off x="5486400" y="1097280"/>
            <a:ext cx="2926080" cy="2926080"/>
          </a:xfrm>
          <a:prstGeom prst="ellipse">
            <a:avLst/>
          </a:prstGeom>
          <a:ln w="15875">
            <a:solidFill>
              <a:schemeClr val="accent1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Orbit inner"/>
          <p:cNvSpPr/>
          <p:nvPr/>
        </p:nvSpPr>
        <p:spPr>
          <a:xfrm>
            <a:off x="5897880" y="1508760"/>
            <a:ext cx="2103120" cy="2103120"/>
          </a:xfrm>
          <a:prstGeom prst="ellipse">
            <a:avLst/>
          </a:prstGeom>
          <a:ln w="15875">
            <a:solidFill>
              <a:schemeClr val="accent2">
                <a:alpha val="60000"/>
              </a:schemeClr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4" name="Core"/>
          <p:cNvSpPr/>
          <p:nvPr/>
        </p:nvSpPr>
        <p:spPr>
          <a:xfrm>
            <a:off x="6355080" y="19659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Core label"/>
          <p:cNvSpPr txBox="1"/>
          <p:nvPr/>
        </p:nvSpPr>
        <p:spPr>
          <a:xfrm>
            <a:off x="6355080" y="1965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</a:rPr>
              <a:t>CL</a:t>
            </a:r>
            <a:endParaRPr lang="en-US" sz="3200" dirty="0"/>
          </a:p>
        </p:txBody>
      </p:sp>
      <p:sp>
        <p:nvSpPr>
          <p:cNvPr id="6" name="Eyebrow"/>
          <p:cNvSpPr txBox="1"/>
          <p:nvPr/>
        </p:nvSpPr>
        <p:spPr>
          <a:xfrm>
            <a:off x="54864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itle"/>
          <p:cNvSpPr txBox="1"/>
          <p:nvPr/>
        </p:nvSpPr>
        <p:spPr>
          <a:xfrm>
            <a:off x="54864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tx1"/>
                </a:solidFill>
              </a:rPr>
              <a:t>CareerLens</a:t>
            </a:r>
            <a:endParaRPr lang="en-US" sz="5400" dirty="0"/>
          </a:p>
        </p:txBody>
      </p:sp>
      <p:sp>
        <p:nvSpPr>
          <p:cNvPr id="8" name="Subtitle"/>
          <p:cNvSpPr txBox="1"/>
          <p:nvPr/>
        </p:nvSpPr>
        <p:spPr>
          <a:xfrm>
            <a:off x="548640" y="2651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Know how job-ready you really are</a:t>
            </a:r>
            <a:endParaRPr lang="en-US" sz="2000" dirty="0"/>
          </a:p>
        </p:txBody>
      </p:sp>
      <p:sp>
        <p:nvSpPr>
          <p:cNvPr id="9" name="Tagline"/>
          <p:cNvSpPr txBox="1"/>
          <p:nvPr/>
        </p:nvSpPr>
        <p:spPr>
          <a:xfrm>
            <a:off x="54864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Resume claims, verified against live GitHub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Resumes claims</a:t>
            </a:r>
            <a:r>
              <a:rPr lang="en-US" dirty="0"/>
              <a:t>.</a:t>
            </a:r>
            <a:r>
              <a:rPr lang="en-US" sz="3200" b="1" dirty="0">
                <a:solidFill>
                  <a:schemeClr val="tx1"/>
                </a:solidFill>
              </a:rPr>
              <a:t> </a:t>
            </a:r>
            <a:r>
              <a:rPr lang="en-US" dirty="0"/>
              <a:t>E</a:t>
            </a:r>
            <a:r>
              <a:rPr lang="en-US" sz="3200" b="1" dirty="0">
                <a:solidFill>
                  <a:schemeClr val="tx1"/>
                </a:solidFill>
              </a:rPr>
              <a:t>vidence proves.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371600"/>
            <a:ext cx="38862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Problem heading"/>
          <p:cNvSpPr txBox="1"/>
          <p:nvPr/>
        </p:nvSpPr>
        <p:spPr>
          <a:xfrm>
            <a:off x="8229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Resume only</a:t>
            </a:r>
            <a:endParaRPr lang="en-US" sz="2000" dirty="0"/>
          </a:p>
        </p:txBody>
      </p:sp>
      <p:sp>
        <p:nvSpPr>
          <p:cNvPr id="5" name="Problem points"/>
          <p:cNvSpPr txBox="1"/>
          <p:nvPr/>
        </p:nvSpPr>
        <p:spPr>
          <a:xfrm>
            <a:off x="822960" y="21488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Any keyword can be added for free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Listed is not the same as used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hint of what is missing for a role</a:t>
            </a:r>
            <a:endParaRPr lang="en-US" sz="1600" dirty="0"/>
          </a:p>
        </p:txBody>
      </p:sp>
      <p:sp>
        <p:nvSpPr>
          <p:cNvPr id="6" name="Approach card"/>
          <p:cNvSpPr/>
          <p:nvPr/>
        </p:nvSpPr>
        <p:spPr>
          <a:xfrm>
            <a:off x="4709160" y="1371600"/>
            <a:ext cx="38862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Approach heading"/>
          <p:cNvSpPr txBox="1"/>
          <p:nvPr/>
        </p:nvSpPr>
        <p:spPr>
          <a:xfrm>
            <a:off x="498348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With CareerLens</a:t>
            </a:r>
            <a:endParaRPr lang="en-US" sz="2000" dirty="0"/>
          </a:p>
        </p:txBody>
      </p:sp>
      <p:sp>
        <p:nvSpPr>
          <p:cNvPr id="8" name="Approach points"/>
          <p:cNvSpPr txBox="1"/>
          <p:nvPr/>
        </p:nvSpPr>
        <p:spPr>
          <a:xfrm>
            <a:off x="4983480" y="21488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claim checked against public repos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0-100 readiness score for the target role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Concrete gaps and a phased roadmap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How it works</a:t>
            </a:r>
            <a:endParaRPr lang="en-US" sz="3200" dirty="0"/>
          </a:p>
        </p:txBody>
      </p:sp>
      <p:sp>
        <p:nvSpPr>
          <p:cNvPr id="3" name="Step 1 card"/>
          <p:cNvSpPr/>
          <p:nvPr/>
        </p:nvSpPr>
        <p:spPr>
          <a:xfrm>
            <a:off x="52578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tep 1 badge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tep 1 number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ep 1 title"/>
          <p:cNvSpPr txBox="1"/>
          <p:nvPr/>
        </p:nvSpPr>
        <p:spPr>
          <a:xfrm>
            <a:off x="77724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Submit</a:t>
            </a:r>
            <a:endParaRPr lang="en-US" sz="1800" dirty="0"/>
          </a:p>
        </p:txBody>
      </p:sp>
      <p:sp>
        <p:nvSpPr>
          <p:cNvPr id="7" name="Step 1 text"/>
          <p:cNvSpPr txBox="1"/>
          <p:nvPr/>
        </p:nvSpPr>
        <p:spPr>
          <a:xfrm>
            <a:off x="777240" y="2883876"/>
            <a:ext cx="1463040" cy="1505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Resume (PDF or DOCX), GitHub username, Portfolio link / LinkedIn activity and target role</a:t>
            </a:r>
            <a:endParaRPr lang="en-US" sz="1400" dirty="0"/>
          </a:p>
        </p:txBody>
      </p:sp>
      <p:sp>
        <p:nvSpPr>
          <p:cNvPr id="8" name="Step 2 card"/>
          <p:cNvSpPr/>
          <p:nvPr/>
        </p:nvSpPr>
        <p:spPr>
          <a:xfrm>
            <a:off x="260604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tep 2 badge"/>
          <p:cNvSpPr/>
          <p:nvPr/>
        </p:nvSpPr>
        <p:spPr>
          <a:xfrm>
            <a:off x="28346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tep 2 number"/>
          <p:cNvSpPr txBox="1"/>
          <p:nvPr/>
        </p:nvSpPr>
        <p:spPr>
          <a:xfrm>
            <a:off x="2834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tep 2 title"/>
          <p:cNvSpPr txBox="1"/>
          <p:nvPr/>
        </p:nvSpPr>
        <p:spPr>
          <a:xfrm>
            <a:off x="283464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Collect Evidence</a:t>
            </a:r>
            <a:endParaRPr lang="en-US" sz="1800" dirty="0"/>
          </a:p>
        </p:txBody>
      </p:sp>
      <p:sp>
        <p:nvSpPr>
          <p:cNvPr id="12" name="Step 2 text"/>
          <p:cNvSpPr txBox="1"/>
          <p:nvPr/>
        </p:nvSpPr>
        <p:spPr>
          <a:xfrm>
            <a:off x="2834640" y="30632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Live GitHub API: repos, languages, topics, activity</a:t>
            </a:r>
            <a:endParaRPr lang="en-US" sz="1400" dirty="0"/>
          </a:p>
        </p:txBody>
      </p:sp>
      <p:sp>
        <p:nvSpPr>
          <p:cNvPr id="13" name="Step 3 card"/>
          <p:cNvSpPr/>
          <p:nvPr/>
        </p:nvSpPr>
        <p:spPr>
          <a:xfrm>
            <a:off x="466344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tep 3 badge"/>
          <p:cNvSpPr/>
          <p:nvPr/>
        </p:nvSpPr>
        <p:spPr>
          <a:xfrm>
            <a:off x="48920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Step 3 number"/>
          <p:cNvSpPr txBox="1"/>
          <p:nvPr/>
        </p:nvSpPr>
        <p:spPr>
          <a:xfrm>
            <a:off x="48920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Step 3 title"/>
          <p:cNvSpPr txBox="1"/>
          <p:nvPr/>
        </p:nvSpPr>
        <p:spPr>
          <a:xfrm>
            <a:off x="489204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Score Readiness</a:t>
            </a:r>
            <a:endParaRPr lang="en-US" sz="1800" dirty="0"/>
          </a:p>
        </p:txBody>
      </p:sp>
      <p:sp>
        <p:nvSpPr>
          <p:cNvPr id="17" name="Step 3 text"/>
          <p:cNvSpPr txBox="1"/>
          <p:nvPr/>
        </p:nvSpPr>
        <p:spPr>
          <a:xfrm>
            <a:off x="4892040" y="30632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12 measured dimensions against role targets</a:t>
            </a:r>
            <a:endParaRPr lang="en-US" sz="1400" dirty="0"/>
          </a:p>
        </p:txBody>
      </p:sp>
      <p:sp>
        <p:nvSpPr>
          <p:cNvPr id="18" name="Step 4 card"/>
          <p:cNvSpPr/>
          <p:nvPr/>
        </p:nvSpPr>
        <p:spPr>
          <a:xfrm>
            <a:off x="672084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Step 4 badge"/>
          <p:cNvSpPr/>
          <p:nvPr/>
        </p:nvSpPr>
        <p:spPr>
          <a:xfrm>
            <a:off x="69494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Step 4 number"/>
          <p:cNvSpPr txBox="1"/>
          <p:nvPr/>
        </p:nvSpPr>
        <p:spPr>
          <a:xfrm>
            <a:off x="6949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Step 4 title"/>
          <p:cNvSpPr txBox="1"/>
          <p:nvPr/>
        </p:nvSpPr>
        <p:spPr>
          <a:xfrm>
            <a:off x="694944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/>
              <a:t>Analysis Results </a:t>
            </a:r>
            <a:endParaRPr lang="en-US" sz="1800" dirty="0"/>
          </a:p>
        </p:txBody>
      </p:sp>
      <p:sp>
        <p:nvSpPr>
          <p:cNvPr id="22" name="Step 4 text"/>
          <p:cNvSpPr txBox="1"/>
          <p:nvPr/>
        </p:nvSpPr>
        <p:spPr>
          <a:xfrm>
            <a:off x="6949440" y="30632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Verified skills, gaps, role fit and next steps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the score is built</a:t>
            </a:r>
            <a:endParaRPr lang="en-US" sz="3200" dirty="0"/>
          </a:p>
        </p:txBody>
      </p:sp>
      <p:sp>
        <p:nvSpPr>
          <p:cNvPr id="3" name="Stat 1 card"/>
          <p:cNvSpPr/>
          <p:nvPr/>
        </p:nvSpPr>
        <p:spPr>
          <a:xfrm>
            <a:off x="548640" y="132588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tat 1 value"/>
          <p:cNvSpPr txBox="1"/>
          <p:nvPr/>
        </p:nvSpPr>
        <p:spPr>
          <a:xfrm>
            <a:off x="822960" y="14173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12</a:t>
            </a:r>
            <a:endParaRPr lang="en-US" sz="4400" dirty="0"/>
          </a:p>
        </p:txBody>
      </p:sp>
      <p:sp>
        <p:nvSpPr>
          <p:cNvPr id="5" name="Stat 1 label"/>
          <p:cNvSpPr txBox="1"/>
          <p:nvPr/>
        </p:nvSpPr>
        <p:spPr>
          <a:xfrm>
            <a:off x="1828800" y="141732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measured dimensions</a:t>
            </a:r>
            <a:endParaRPr lang="en-US" sz="1400" dirty="0"/>
          </a:p>
        </p:txBody>
      </p:sp>
      <p:sp>
        <p:nvSpPr>
          <p:cNvPr id="6" name="Stat 2 card"/>
          <p:cNvSpPr/>
          <p:nvPr/>
        </p:nvSpPr>
        <p:spPr>
          <a:xfrm>
            <a:off x="3291840" y="132588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tat 2 value"/>
          <p:cNvSpPr txBox="1"/>
          <p:nvPr/>
        </p:nvSpPr>
        <p:spPr>
          <a:xfrm>
            <a:off x="3566160" y="14173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21</a:t>
            </a:r>
            <a:endParaRPr lang="en-US" sz="4400" dirty="0"/>
          </a:p>
        </p:txBody>
      </p:sp>
      <p:sp>
        <p:nvSpPr>
          <p:cNvPr id="8" name="Stat 2 label"/>
          <p:cNvSpPr txBox="1"/>
          <p:nvPr/>
        </p:nvSpPr>
        <p:spPr>
          <a:xfrm>
            <a:off x="4572000" y="141732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skills tracked</a:t>
            </a:r>
            <a:endParaRPr lang="en-US" sz="1400" dirty="0"/>
          </a:p>
        </p:txBody>
      </p:sp>
      <p:sp>
        <p:nvSpPr>
          <p:cNvPr id="9" name="Stat 3 card"/>
          <p:cNvSpPr/>
          <p:nvPr/>
        </p:nvSpPr>
        <p:spPr>
          <a:xfrm>
            <a:off x="6035040" y="1325880"/>
            <a:ext cx="25603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tat 3 value"/>
          <p:cNvSpPr txBox="1"/>
          <p:nvPr/>
        </p:nvSpPr>
        <p:spPr>
          <a:xfrm>
            <a:off x="6309360" y="14173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</a:t>
            </a:r>
            <a:endParaRPr lang="en-US" sz="4400" dirty="0"/>
          </a:p>
        </p:txBody>
      </p:sp>
      <p:sp>
        <p:nvSpPr>
          <p:cNvPr id="11" name="Stat 3 label"/>
          <p:cNvSpPr txBox="1"/>
          <p:nvPr/>
        </p:nvSpPr>
        <p:spPr>
          <a:xfrm>
            <a:off x="7315200" y="141732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career tracks</a:t>
            </a:r>
            <a:endParaRPr lang="en-US" sz="1400" dirty="0"/>
          </a:p>
        </p:txBody>
      </p:sp>
      <p:sp>
        <p:nvSpPr>
          <p:cNvPr id="12" name="Formula card"/>
          <p:cNvSpPr/>
          <p:nvPr/>
        </p:nvSpPr>
        <p:spPr>
          <a:xfrm>
            <a:off x="548640" y="2651760"/>
            <a:ext cx="38862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Formula heading"/>
          <p:cNvSpPr txBox="1"/>
          <p:nvPr/>
        </p:nvSpPr>
        <p:spPr>
          <a:xfrm>
            <a:off x="82296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Distance to the role target</a:t>
            </a:r>
            <a:endParaRPr lang="en-US" sz="1600" dirty="0"/>
          </a:p>
        </p:txBody>
      </p:sp>
      <p:sp>
        <p:nvSpPr>
          <p:cNvPr id="14" name="Formula 1"/>
          <p:cNvSpPr txBox="1"/>
          <p:nvPr/>
        </p:nvSpPr>
        <p:spPr>
          <a:xfrm>
            <a:off x="82296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shortfall = max(0, t - v) / t</a:t>
            </a:r>
            <a:endParaRPr lang="en-US" sz="1400" dirty="0"/>
          </a:p>
        </p:txBody>
      </p:sp>
      <p:sp>
        <p:nvSpPr>
          <p:cNvPr id="15" name="Formula 2"/>
          <p:cNvSpPr txBox="1"/>
          <p:nvPr/>
        </p:nvSpPr>
        <p:spPr>
          <a:xfrm>
            <a:off x="82296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100 x (1 - distance)</a:t>
            </a:r>
            <a:endParaRPr lang="en-US" sz="1400" dirty="0"/>
          </a:p>
        </p:txBody>
      </p:sp>
      <p:sp>
        <p:nvSpPr>
          <p:cNvPr id="16" name="Formula note"/>
          <p:cNvSpPr txBox="1"/>
          <p:nvPr/>
        </p:nvSpPr>
        <p:spPr>
          <a:xfrm>
            <a:off x="822960" y="3886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Distance blends RMS and mean shortfall. Beating a target is never penalised.</a:t>
            </a:r>
            <a:endParaRPr lang="en-US" sz="1400" dirty="0"/>
          </a:p>
        </p:txBody>
      </p:sp>
      <p:sp>
        <p:nvSpPr>
          <p:cNvPr id="17" name="Groups card"/>
          <p:cNvSpPr/>
          <p:nvPr/>
        </p:nvSpPr>
        <p:spPr>
          <a:xfrm>
            <a:off x="4709160" y="2651760"/>
            <a:ext cx="38862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Groups heading"/>
          <p:cNvSpPr txBox="1"/>
          <p:nvPr/>
        </p:nvSpPr>
        <p:spPr>
          <a:xfrm>
            <a:off x="498348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Five dashboard bars</a:t>
            </a:r>
            <a:endParaRPr lang="en-US" sz="1600" dirty="0"/>
          </a:p>
        </p:txBody>
      </p:sp>
      <p:sp>
        <p:nvSpPr>
          <p:cNvPr id="19" name="Groups points"/>
          <p:cNvSpPr txBox="1"/>
          <p:nvPr/>
        </p:nvSpPr>
        <p:spPr>
          <a:xfrm>
            <a:off x="4983480" y="31089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Skill match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Project evidence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Project quality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Activity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Role requirements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Under the hood</a:t>
            </a:r>
            <a:endParaRPr lang="en-US" sz="3200" dirty="0"/>
          </a:p>
        </p:txBody>
      </p:sp>
      <p:sp>
        <p:nvSpPr>
          <p:cNvPr id="3" name="Frontend card"/>
          <p:cNvSpPr/>
          <p:nvPr/>
        </p:nvSpPr>
        <p:spPr>
          <a:xfrm>
            <a:off x="548640" y="13716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Frontend heading"/>
          <p:cNvSpPr txBox="1"/>
          <p:nvPr/>
        </p:nvSpPr>
        <p:spPr>
          <a:xfrm>
            <a:off x="77724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Frontend</a:t>
            </a:r>
            <a:endParaRPr lang="en-US" sz="2000" dirty="0"/>
          </a:p>
        </p:txBody>
      </p:sp>
      <p:sp>
        <p:nvSpPr>
          <p:cNvPr id="5" name="Frontend text"/>
          <p:cNvSpPr txBox="1"/>
          <p:nvPr/>
        </p:nvSpPr>
        <p:spPr>
          <a:xfrm>
            <a:off x="777240" y="20574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HTML, CSS and JS; polls live job progress</a:t>
            </a:r>
            <a:endParaRPr lang="en-US" sz="1400" dirty="0"/>
          </a:p>
        </p:txBody>
      </p:sp>
      <p:sp>
        <p:nvSpPr>
          <p:cNvPr id="6" name="Arrow 1"/>
          <p:cNvSpPr txBox="1"/>
          <p:nvPr/>
        </p:nvSpPr>
        <p:spPr>
          <a:xfrm>
            <a:off x="2926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7" name="Flask API card"/>
          <p:cNvSpPr/>
          <p:nvPr/>
        </p:nvSpPr>
        <p:spPr>
          <a:xfrm>
            <a:off x="3383280" y="13716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Flask API heading"/>
          <p:cNvSpPr txBox="1"/>
          <p:nvPr/>
        </p:nvSpPr>
        <p:spPr>
          <a:xfrm>
            <a:off x="361188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Flask API</a:t>
            </a:r>
            <a:endParaRPr lang="en-US" sz="2000" dirty="0"/>
          </a:p>
        </p:txBody>
      </p:sp>
      <p:sp>
        <p:nvSpPr>
          <p:cNvPr id="9" name="Flask API text"/>
          <p:cNvSpPr txBox="1"/>
          <p:nvPr/>
        </p:nvSpPr>
        <p:spPr>
          <a:xfrm>
            <a:off x="3611880" y="20574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Starts background jobs, serves results</a:t>
            </a:r>
            <a:endParaRPr lang="en-US" sz="1400" dirty="0"/>
          </a:p>
        </p:txBody>
      </p:sp>
      <p:sp>
        <p:nvSpPr>
          <p:cNvPr id="10" name="Arrow 2"/>
          <p:cNvSpPr txBox="1"/>
          <p:nvPr/>
        </p:nvSpPr>
        <p:spPr>
          <a:xfrm>
            <a:off x="5760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Analyzer card"/>
          <p:cNvSpPr/>
          <p:nvPr/>
        </p:nvSpPr>
        <p:spPr>
          <a:xfrm>
            <a:off x="6217920" y="13716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Analyzer heading"/>
          <p:cNvSpPr txBox="1"/>
          <p:nvPr/>
        </p:nvSpPr>
        <p:spPr>
          <a:xfrm>
            <a:off x="644652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Analyzer</a:t>
            </a:r>
            <a:endParaRPr lang="en-US" sz="2000" dirty="0"/>
          </a:p>
        </p:txBody>
      </p:sp>
      <p:sp>
        <p:nvSpPr>
          <p:cNvPr id="13" name="Analyzer text"/>
          <p:cNvSpPr txBox="1"/>
          <p:nvPr/>
        </p:nvSpPr>
        <p:spPr>
          <a:xfrm>
            <a:off x="6446520" y="20574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GitHub REST API data to 12 dimensions, then scoring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Limits and next steps</a:t>
            </a:r>
            <a:endParaRPr lang="en-US" sz="3200" dirty="0"/>
          </a:p>
        </p:txBody>
      </p:sp>
      <p:sp>
        <p:nvSpPr>
          <p:cNvPr id="3" name="Limits card"/>
          <p:cNvSpPr/>
          <p:nvPr/>
        </p:nvSpPr>
        <p:spPr>
          <a:xfrm>
            <a:off x="548640" y="1371600"/>
            <a:ext cx="38862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Limits heading"/>
          <p:cNvSpPr txBox="1"/>
          <p:nvPr/>
        </p:nvSpPr>
        <p:spPr>
          <a:xfrm>
            <a:off x="8229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5" name="Limits points"/>
          <p:cNvSpPr txBox="1"/>
          <p:nvPr/>
        </p:nvSpPr>
        <p:spPr>
          <a:xfrm>
            <a:off x="822960" y="21488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Public GitHub only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6 roles share 3 scoring tracks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LinkedIn is pasted and capped</a:t>
            </a:r>
            <a:endParaRPr lang="en-US" sz="1600" dirty="0"/>
          </a:p>
        </p:txBody>
      </p:sp>
      <p:sp>
        <p:nvSpPr>
          <p:cNvPr id="6" name="Next card"/>
          <p:cNvSpPr/>
          <p:nvPr/>
        </p:nvSpPr>
        <p:spPr>
          <a:xfrm>
            <a:off x="4709160" y="1371600"/>
            <a:ext cx="38862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Next heading"/>
          <p:cNvSpPr txBox="1"/>
          <p:nvPr/>
        </p:nvSpPr>
        <p:spPr>
          <a:xfrm>
            <a:off x="498348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Next</a:t>
            </a:r>
            <a:endParaRPr lang="en-US" sz="2000" dirty="0"/>
          </a:p>
        </p:txBody>
      </p:sp>
      <p:sp>
        <p:nvSpPr>
          <p:cNvPr id="8" name="Next points"/>
          <p:cNvSpPr txBox="1"/>
          <p:nvPr/>
        </p:nvSpPr>
        <p:spPr>
          <a:xfrm>
            <a:off x="4983480" y="21488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Dedicated Frontend and Full Stack tracks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Market readout on the dashboard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/>
              <a:t>Integrating other platforms for better accuracy and suggestions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erLens">
  <a:themeElements>
    <a:clrScheme name="CareerLens">
      <a:dk1>
        <a:srgbClr val="F5F7FA"/>
      </a:dk1>
      <a:lt1>
        <a:srgbClr val="0B0F19"/>
      </a:lt1>
      <a:dk2>
        <a:srgbClr val="A7AFC0"/>
      </a:dk2>
      <a:lt2>
        <a:srgbClr val="151B2B"/>
      </a:lt2>
      <a:accent1>
        <a:srgbClr val="6C63FF"/>
      </a:accent1>
      <a:accent2>
        <a:srgbClr val="8179FF"/>
      </a:accent2>
      <a:accent3>
        <a:srgbClr val="4ADE80"/>
      </a:accent3>
      <a:accent4>
        <a:srgbClr val="FACC15"/>
      </a:accent4>
      <a:accent5>
        <a:srgbClr val="252D40"/>
      </a:accent5>
      <a:accent6>
        <a:srgbClr val="F87171"/>
      </a:accent6>
      <a:hlink>
        <a:srgbClr val="8179FF"/>
      </a:hlink>
      <a:folHlink>
        <a:srgbClr val="A7AFC0"/>
      </a:folHlink>
    </a:clrScheme>
    <a:fontScheme name="CareerLe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279</Words>
  <Application>Microsoft Office PowerPoint</Application>
  <PresentationFormat>On-screen Show (16:9)</PresentationFormat>
  <Paragraphs>72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CareerLens</vt:lpstr>
      <vt:lpstr>PowerPoint Presentation</vt:lpstr>
      <vt:lpstr>Resumes claims. Evidence proves.</vt:lpstr>
      <vt:lpstr>How it works</vt:lpstr>
      <vt:lpstr>How the score is built</vt:lpstr>
      <vt:lpstr>Under the hood</vt:lpstr>
      <vt:lpstr>Limits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CareerLens</dc:title>
  <dc:subject>PptxGenJS Presentation</dc:subject>
  <dc:creator>PptxGenJS</dc:creator>
  <cp:lastModifiedBy>SARANG PILLAI</cp:lastModifiedBy>
  <cp:revision>2</cp:revision>
  <dcterms:created xsi:type="dcterms:W3CDTF">2026-10-08T03:12:04Z</dcterms:created>
  <dcterms:modified xsi:type="dcterms:W3CDTF">2026-10-08T03:26:32Z</dcterms:modified>
</cp:coreProperties>
</file>